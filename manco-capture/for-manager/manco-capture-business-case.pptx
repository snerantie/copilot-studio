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Manco Capture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Business case for Copilot Studio capability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2F5F9"/>
                </a:solidFill>
                <a:latin typeface="Calibri"/>
              </a:rPr>
              <a:t>[your name]    ·    25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2F5F9"/>
                </a:solidFill>
                <a:latin typeface="Calibri"/>
              </a:rPr>
              <a:t>For [your manager] — review and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4E79"/>
                </a:solidFill>
                <a:latin typeface="Calibri"/>
              </a:rPr>
              <a:t>TL;DR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• Building an AI agent for the CIO and senior management team that automates capture, reporting and analysis of work on the Manco Board (Jira VFST2).</a:t>
            </a:r>
          </a:p>
          <a:p>
            <a:pPr/>
            <a:r>
              <a:rPr sz="1800">
                <a:latin typeface="Calibri"/>
              </a:rPr>
              <a:t>• Sprint 1 (capture: email → Jira Task via Teams approval) is approximately 60% built and on track.</a:t>
            </a:r>
          </a:p>
          <a:p>
            <a:pPr/>
            <a:r>
              <a:rPr sz="1800">
                <a:latin typeface="Calibri"/>
              </a:rPr>
              <a:t>• Hit a Microsoft Copilot Studio licence ceiling — Tools, Knowledge, and Agents features all show "needs upgrade" in our tenant.</a:t>
            </a:r>
          </a:p>
          <a:p>
            <a:pPr/>
            <a:r>
              <a:rPr sz="1800">
                <a:latin typeface="Calibri"/>
              </a:rPr>
              <a:t>• Requested decision:</a:t>
            </a:r>
          </a:p>
          <a:p>
            <a:pPr lvl="1"/>
            <a:r>
              <a:rPr sz="1800">
                <a:latin typeface="Calibri"/>
              </a:rPr>
              <a:t>– Approve the Copilot Studio capability upgrade.</a:t>
            </a:r>
          </a:p>
          <a:p>
            <a:pPr lvl="1"/>
            <a:r>
              <a:rPr sz="1800">
                <a:latin typeface="Calibri"/>
              </a:rPr>
              <a:t>– Approve a parallel admin policy review to enable AI Builder Prompts.</a:t>
            </a:r>
          </a:p>
          <a:p>
            <a:pPr/>
            <a:r>
              <a:rPr sz="1800">
                <a:latin typeface="Calibri"/>
              </a:rPr>
              <a:t>• Indicative cost: ~£330–£500 / month all-in for Sprints 1 + 2 capacity (Microsoft list pricing — confirm with M365 procurement).</a:t>
            </a:r>
          </a:p>
          <a:p>
            <a:pPr/>
            <a:r>
              <a:rPr sz="1800">
                <a:latin typeface="Calibri"/>
              </a:rPr>
              <a:t>• Indicative payback: under 3 months at 1 hour saved per senior leader per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What we're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Calibri"/>
              </a:rPr>
              <a:t>Three-pillar AI capability for senior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1. Capture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Turns emails and Teams meeting transcripts into properly-filed Jira Tasks on the Manco Board, with human approval in Teams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 — in build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2. Reporter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Conversational Q&amp;A and scheduled digests over Manco Board 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2 — designed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3. Insights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Cross-source analysis of Jira + Manco SharePoint to surface risks, themes, decisions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3 — designed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All three pillars target the same audience, use the same Microsoft + Atlassian stack we already pay for, and reuse the same foundations being put in place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latin typeface="Calibri"/>
              </a:rPr>
              <a:t>• Action items currently fall through the cracks — emails, chats, leadership meetings tracked manually if at all.</a:t>
            </a:r>
          </a:p>
          <a:p>
            <a:pPr/>
            <a:r>
              <a:rPr sz="2000">
                <a:latin typeface="Calibri"/>
              </a:rPr>
              <a:t>• Leadership time is the scarcest resource — the CIO and senior team should be reviewing and deciding, not triaging Jira.</a:t>
            </a:r>
          </a:p>
          <a:p>
            <a:pPr/>
            <a:r>
              <a:rPr sz="2000">
                <a:latin typeface="Calibri"/>
              </a:rPr>
              <a:t>• Reporting is a known pain point — Manco status decks assembled by hand before every meeting.</a:t>
            </a:r>
          </a:p>
          <a:p>
            <a:pPr/>
            <a:r>
              <a:rPr sz="2000">
                <a:latin typeface="Calibri"/>
              </a:rPr>
              <a:t>• Insights are invisible today — trends, risks and decisions sit unseen across Jira and SharePoint.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Progress to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Calibri"/>
              </a:rPr>
              <a:t>Sprint 1 ~60%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• Design + build artefacts version-controlled in GitHub (manco-capture/, 12 files, ~1,200 lines).</a:t>
            </a:r>
          </a:p>
          <a:p>
            <a:pPr/>
            <a:r>
              <a:rPr sz="1800">
                <a:latin typeface="Calibri"/>
              </a:rPr>
              <a:t>• Provisioning DONE: Teams approval channel, SharePoint audit list, Jira API token, Outlook trigger category.</a:t>
            </a:r>
          </a:p>
          <a:p>
            <a:pPr/>
            <a:r>
              <a:rPr sz="1800">
                <a:latin typeface="Calibri"/>
              </a:rPr>
              <a:t>• Extraction proof-of-concept tested in Copilot Studio.</a:t>
            </a:r>
          </a:p>
          <a:p>
            <a:pPr/>
            <a:r>
              <a:rPr sz="1800">
                <a:latin typeface="Calibri"/>
              </a:rPr>
              <a:t>• Pending: LLM extraction wiring (currently blocked), Power Automate flows, end-to-end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62828"/>
                </a:solidFill>
                <a:latin typeface="Calibri"/>
              </a:rPr>
              <a:t>The blocker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Calibri"/>
              </a:rPr>
              <a:t>Our Copilot Studio licence is at the basic / trial tier. Three features show "needs upgrade" in our tenant.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we need 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Exposes an LLM prompt as a clean, callable object Power Automate can invoke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Textbook integration pattern; without it we use a workaround that's harder to maintain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Knowledge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Grounds the agent in trusted content (SharePoint docs)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Critical for Pillar 3 — without it Insights cannot reason over Manco SharePoint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Agents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Separate specialised agents under one orchestrator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Critical for Pillars 2 &amp; 3 — without it everything collapses into a single overloaded agent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Separately: AI Builder Prompts disabled at tenant admin level (different governance decision, in the same family).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What an upgrade unlocks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286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Without upgrade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With upgrade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LLM extraction works (Sprint 1)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Yes — via Topics workaround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Yes — via Tools (cleaner)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Power Automate integration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Bespoke Topics glue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Native Tool invocation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Time to build Sprint 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~2 working days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~1 working day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Reporter agent (Sprint 2)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Single overloaded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Dedicated agent with clear scope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Insights vs SharePoint (Sprint 3)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Blocked — no Knowledge feature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Native RAG against Manco SharePoint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Adding new agents over time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Inflates the single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Add as separate specialised agents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Vendor lock-in risk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Higher — workarounds become debt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Lower — using supported features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Cost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Microsoft list pricing — confirm with M365 procurement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Indicative cost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Copilot Studio (per-user)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~£164 / user / month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Copilot Studio (pay-as-you-go messages)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from ~£0.008 / message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AI Builder add-on capacity (if Prompts enabled later)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from ~£400 / tenant / month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M365 Copilot licence (separate, if not already held)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~£25 / user / month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Realistic scoped cost: ~£330–£500 / month all-in for Sprints 1 + 2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latin typeface="Calibri"/>
              </a:rPr>
              <a:t>• 2 builder/admin seats (you + manager) on full Copilot Studio.</a:t>
            </a:r>
          </a:p>
          <a:p>
            <a:pPr/>
            <a:r>
              <a:rPr sz="1500">
                <a:latin typeface="Calibri"/>
              </a:rPr>
              <a:t>• Plus modest pay-as-you-go capacity for runtime usage.</a:t>
            </a:r>
          </a:p>
          <a:p>
            <a:pPr/>
            <a:r>
              <a:rPr sz="1500">
                <a:latin typeface="Calibri"/>
              </a:rPr>
              <a:t>• Payback: even 1 hour / week / senior leader saved covers the licence many times over within the quarter.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Options considered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0058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Recommended?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A. Do nothing — stay on basic tier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Zero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Sprints 2 &amp; 3 effectively blocked; Sprint 1 brittle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B. Upgrade Copilot Studio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Unlocks all three pillars; supported by Microsoft; reuses M365 footprint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Licence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Yes — recommended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C. Route AI through Azure OpenAI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Maximum control; aligns with Azure governance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Org has no Azure OpenAI deployment today; sizeable setup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No (today)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D. Defer the initiative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Zero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Action-item leakage continues; Reporter/Insights value unrealised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E7D32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alibri"/>
              </a:rPr>
              <a:t>• Approve the Microsoft Copilot Studio capability upgrade for the environment housing the Manco Capture Agent.</a:t>
            </a:r>
          </a:p>
          <a:p>
            <a:pPr/>
            <a:r>
              <a:rPr sz="1700">
                <a:latin typeface="Calibri"/>
              </a:rPr>
              <a:t>• Ask the Power Platform admin to review the AI Builder Prompts policy and consider enabling it under existing governance.</a:t>
            </a:r>
          </a:p>
          <a:p>
            <a:pPr/>
            <a:r>
              <a:rPr sz="1700">
                <a:latin typeface="Calibri"/>
              </a:rPr>
              <a:t>• Continue Sprint 1 in the meantime using the Topics workaround; migrate to Tools immediately once the upgrade lands (~30 min rework).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62828"/>
                </a:solidFill>
                <a:latin typeface="Calibri"/>
              </a:rPr>
              <a:t>Risks of NOT upgrading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latin typeface="Calibri"/>
              </a:rPr>
              <a:t>• Architectural debt early — Sprint 1 on a fragile foundation we'll rebuild for Sprint 2/3 anyway.</a:t>
            </a:r>
          </a:p>
          <a:p>
            <a:pPr/>
            <a:r>
              <a:rPr sz="1500">
                <a:latin typeface="Calibri"/>
              </a:rPr>
              <a:t>• Sprints 2 &amp; 3 effectively blocked without Knowledge and Agents features.</a:t>
            </a:r>
          </a:p>
          <a:p>
            <a:pPr/>
            <a:r>
              <a:rPr sz="1500">
                <a:latin typeface="Calibri"/>
              </a:rPr>
              <a:t>• Slower delivery — workarounds cost engineering time more than licences cost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Decision asks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Your answer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Approve Copilot Studio capability upgrade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yes / no / need more info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Approve admin policy review on AI Builder Prompts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yes / no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Continue Sprint 1 on workaround in parallel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yes / no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Procurement contact for confirming exact pricing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_________________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Build pack and detailed docs: github.com/snerantie/Copilot-Studio  ·  PR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